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大家好，今天我将为大家介绍中国国际金融股份有限公司，也就是我们熟知的中金公司（CICC）。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中金公司成立于1995年，是中国最具代表性的证券公司之一。它以投资银行业务为核心，主要为企业提供上市和融资等关键金融服务。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中金公司的服务对象主要是企业和投资者。其核心服务包括投资银行、股票与债券发行、资产管理以及投资咨询，为客户提供全方位的金融解决方案。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介绍的重点。与其他机构相比，中金公司的优势非常突出：首先是强大的投资银行业务能力，其次是卓越的金融分析能力，以及在全球市场中的竞争力。具体来说，它在大型企业IPO和并购项目上经验丰富，拥有顶尖的研究团队，并且在全球主要金融中心都有布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近年来，中金公司积极推进数字化金融服务，并不断拓展海外市场。这充分说明了全球化是当前金融行业发展的核心趋势。通过数字化转型，它能更好地服务客户；而拓展海外市场则有助于提升其全球影响力。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如果希望加入中金公司，需要具备四项核心能力：扎实的金融知识、出色的分析能力、优秀的英语能力以及对投资的深刻理解。这些能力能够帮助你更好地理解市场、服务客户。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总结来说，中金公司作为中国的代表性证券公司，凭借其强大的投资银行优势和广阔的全球增长潜力，未来发展前景广阔。我的介绍到此结束，感谢大家的聆听！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중금회사(CICC) 소개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30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CHINA INTERNATIONAL CAPITAL CORPORATION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 PROFILE &amp; INTRODUCTION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EST. 1995 · PRESENTATION 2026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                                                                             캉티엔위 정쯔루이 미이쉬엔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기관 개요 및 설립 목적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413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1995년 설립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984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중국 증권업의 발전 역사와 함께 성장하며, 시장의 변화에 선도적으로 대응해왔습니다.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413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413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중국 대표 증권회사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93000" y="2984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업계에서 가장 높은 신뢰도를 자랑하며, 전국적인 네트워크와 전문 인력으로 운영됩니다.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572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4572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투자은행(IB) 중심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514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기업의 핵심 금융 요구사항에 집중하며, 최고 수준의 전문적 IB 역량을 제공합니다.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4572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4572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상장 및 자금 조달 지원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514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기업의 성장 단계에 맞춘 맞춤형 서비스를 제공하여, 효율적인 자금 조달을 지원합니다.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주요 상품 및 서비스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93700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558800" cy="558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5000" y="24384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고객 그룹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0110">
            <a:off x="1143009" y="3168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143000" y="3556000"/>
            <a:ext cx="431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3810000"/>
            <a:ext cx="558800" cy="558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159000" y="374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기업 고객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59000" y="4191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기업 전반의 금융 요구사항에 대한 종합 지원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4826000"/>
            <a:ext cx="431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000" y="50800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159000" y="501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투자자 고객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5461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개인 및 기관 투자자를 위한 전문 자산 운용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032000"/>
            <a:ext cx="5080000" cy="393700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4130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24384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핵심 서비스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0110">
            <a:off x="6477009" y="3168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3556000"/>
            <a:ext cx="20955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810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02500" y="37465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투자은행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02500" y="41910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M&amp;A 및 기업 자금 조달 전문 지원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699500" y="3556000"/>
            <a:ext cx="20955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0" y="38100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25000" y="37465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증권 발행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0" y="41910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주식 및 채권 상장/발행 컨설팅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889500"/>
            <a:ext cx="20955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51435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02500" y="50800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자산 관리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02500" y="5524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고객 맞춤형 포트폴리오 최적화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699500" y="4889500"/>
            <a:ext cx="20955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0" y="5143500"/>
            <a:ext cx="457200" cy="457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525000" y="50800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투자 자문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525000" y="5524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전문적인 금융 시장 분석 및 조언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다른 은행과의 비교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33020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6600" y="2667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368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투자은행 강점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4445000"/>
            <a:ext cx="762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대규모 기업 IPO 및 M&amp;A 프로젝트에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풍부한 성공 경험을 보유하고 있습니다.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286000"/>
            <a:ext cx="33020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2667000"/>
            <a:ext cx="812800" cy="812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368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분석 능력 우수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4445000"/>
            <a:ext cx="762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최고 수준의 연구 팀과 정확한 시장 분석으로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고객에게 최적의 투자 전략을 제공합니다.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3020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600" y="26670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368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경쟁력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98000" y="4445000"/>
            <a:ext cx="762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82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전 세계 주요 금융 중심지에 네트워크를 구축하고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시장에서의 강력한 입지를 보입니다.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최근 행보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812800" cy="812800"/>
          </a:xfrm>
          <a:prstGeom prst="ellipse">
            <a:avLst/>
          </a:prstGeom>
          <a:solidFill>
            <a:srgbClr val="FFD7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2616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41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금융 확대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921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고객 중심의 서비스 혁신을 위해 디지털 플랫폼을 전면적으로 확대하여 업무 효율성을 극대화합니다.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812800" cy="812800"/>
          </a:xfrm>
          <a:prstGeom prst="ellipse">
            <a:avLst/>
          </a:prstGeom>
          <a:solidFill>
            <a:srgbClr val="FFD7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2616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41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해외 시장 진출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93000" y="2921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아시아 및 유럽 주요 금융 허브에 사업망을 확장하며 글로벌 시장에서의 경쟁력을 강화하고 있습니다.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101600" cy="1651000"/>
          </a:xfrm>
          <a:prstGeom prst="roundRect">
            <a:avLst>
              <a:gd name="adj" fmla="val 15000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635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4445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4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핵심 의견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4953000"/>
            <a:ext cx="863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산업의</a:t>
            </a:r>
            <a:r>
              <a:rPr lang="en-US" sz="13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글로벌화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는 미래 성장의 필수 조건입니다. 디지털 전환과 해외 시장 진출은 상호 보완하며, 지속 가능한 성장을 위한 핵심 전략으로 자리 잡고 있습니다.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취업을 위한 역량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2476500"/>
            <a:ext cx="1143000" cy="11430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2730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540000" y="2413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지식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540000" y="2921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FINANCIAL KNOWLEDGE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540000" y="3302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경제 시장의 기본 구조와 다양한 금융 상품에 대한 전반적이고 깊이 있는 이해도를 갖추어야 합니다.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15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476500"/>
            <a:ext cx="1143000" cy="11430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4500" y="2730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001000" y="2413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분석 능력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921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ANALYTICAL SKILLS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302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복잡한 데이터를 수집하고 분석하여 핵심 인사이트를 도출하고, 비즈니스 의사결정에 기여할 수 있어야 합니다.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79500" y="4508500"/>
            <a:ext cx="1143000" cy="11430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" y="47625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540000" y="4445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영어 능력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540000" y="4953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LANGUAGE PROFICIENCY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540000" y="5334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금융 시장에서의 업무 소통과 외부 리서치 자료 활용을 위한 원활한 영어 실력을 요구합니다.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540500" y="4508500"/>
            <a:ext cx="1143000" cy="11430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47625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001000" y="4445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99"/>
                </a:solidFill>
                <a:latin typeface="Noto Sans SC"/>
                <a:ea typeface="Noto Sans SC"/>
                <a:cs typeface="Noto Sans SC"/>
                <a:sym typeface="Noto Sans SC"/>
              </a:rPr>
              <a:t>투자 이해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4953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INVESTMENT INSIGHTS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01000" y="5334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시장 동향을 예측하고 위험 관리를 위한 전략 수립에 필요한 실질적인 투자 개념을 파악해야 합니다.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1016000"/>
            <a:ext cx="4318000" cy="4826000"/>
          </a:xfrm>
          <a:prstGeom prst="roundRect">
            <a:avLst>
              <a:gd name="adj" fmla="val 5882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89000" y="1397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결론 / CONCLUSION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2413000"/>
            <a:ext cx="3556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667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603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중국 대표 증권회사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CICC - Leading Securities Firm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" y="3683000"/>
            <a:ext cx="3556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937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873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투자은행 강점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Expertise in Investment Banking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89000" y="4953000"/>
            <a:ext cx="3556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5207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5143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성장 가능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Vast Global Growth Potential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461000" y="2032000"/>
            <a:ext cx="622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감사합니다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36830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4635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461000" y="5143500"/>
            <a:ext cx="622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FUTURE GROWTH PROSPECTS WITH CICC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宽屏</PresentationFormat>
  <Paragraphs>87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啦啦 啦</cp:lastModifiedBy>
  <cp:revision>1</cp:revision>
  <dcterms:modified xsi:type="dcterms:W3CDTF">2026-06-09T03:30:59Z</dcterms:modified>
</cp:coreProperties>
</file>